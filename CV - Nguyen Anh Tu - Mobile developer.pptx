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embeddedFontLst>
    <p:embeddedFont>
      <p:font typeface="Calibri Light" panose="020F0302020204030204" pitchFamily="34" charset="0"/>
      <p:regular r:id="rId5"/>
      <p:italic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352"/>
    <a:srgbClr val="FFD44D"/>
    <a:srgbClr val="8FD4BF"/>
    <a:srgbClr val="94D44D"/>
    <a:srgbClr val="FFFFFF"/>
    <a:srgbClr val="3DD84E"/>
    <a:srgbClr val="409CFF"/>
    <a:srgbClr val="15CCFD"/>
    <a:srgbClr val="CA1F94"/>
    <a:srgbClr val="6E1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92" autoAdjust="0"/>
    <p:restoredTop sz="94660"/>
  </p:normalViewPr>
  <p:slideViewPr>
    <p:cSldViewPr>
      <p:cViewPr>
        <p:scale>
          <a:sx n="50" d="100"/>
          <a:sy n="50" d="100"/>
        </p:scale>
        <p:origin x="306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2DA4D-DA4E-497F-B2BB-80067B2C6FC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BE0AD-D153-453D-9E18-2010DC176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8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E53EBD-F069-4A42-A7A1-FD16322777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9227459"/>
            <a:ext cx="1879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9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3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4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3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8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9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8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0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8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6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413B4-9056-430F-B193-81F789FD9110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7B12A-924C-4916-8E16-F978DD4A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openxmlformats.org/officeDocument/2006/relationships/image" Target="../media/image6.jpe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etmap.v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2292351" y="839581"/>
            <a:ext cx="4173752" cy="599108"/>
          </a:xfrm>
          <a:custGeom>
            <a:avLst/>
            <a:gdLst>
              <a:gd name="connsiteX0" fmla="*/ 0 w 2736463"/>
              <a:gd name="connsiteY0" fmla="*/ 0 h 599108"/>
              <a:gd name="connsiteX1" fmla="*/ 2711384 w 2736463"/>
              <a:gd name="connsiteY1" fmla="*/ 0 h 599108"/>
              <a:gd name="connsiteX2" fmla="*/ 2736463 w 2736463"/>
              <a:gd name="connsiteY2" fmla="*/ 25079 h 599108"/>
              <a:gd name="connsiteX3" fmla="*/ 2736463 w 2736463"/>
              <a:gd name="connsiteY3" fmla="*/ 574029 h 599108"/>
              <a:gd name="connsiteX4" fmla="*/ 2711384 w 2736463"/>
              <a:gd name="connsiteY4" fmla="*/ 599108 h 599108"/>
              <a:gd name="connsiteX5" fmla="*/ 0 w 2736463"/>
              <a:gd name="connsiteY5" fmla="*/ 599108 h 599108"/>
              <a:gd name="connsiteX6" fmla="*/ 0 w 2736463"/>
              <a:gd name="connsiteY6" fmla="*/ 0 h 599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6463" h="599108">
                <a:moveTo>
                  <a:pt x="0" y="0"/>
                </a:moveTo>
                <a:lnTo>
                  <a:pt x="2711384" y="0"/>
                </a:lnTo>
                <a:cubicBezTo>
                  <a:pt x="2725235" y="0"/>
                  <a:pt x="2736463" y="11228"/>
                  <a:pt x="2736463" y="25079"/>
                </a:cubicBezTo>
                <a:lnTo>
                  <a:pt x="2736463" y="574029"/>
                </a:lnTo>
                <a:cubicBezTo>
                  <a:pt x="2736463" y="587880"/>
                  <a:pt x="2725235" y="599108"/>
                  <a:pt x="2711384" y="599108"/>
                </a:cubicBezTo>
                <a:lnTo>
                  <a:pt x="0" y="59910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9981" y="861329"/>
            <a:ext cx="3818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ANH TÚ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9106" y="1514686"/>
            <a:ext cx="3658361" cy="307777"/>
          </a:xfrm>
          <a:prstGeom prst="rect">
            <a:avLst/>
          </a:prstGeom>
          <a:noFill/>
        </p:spPr>
        <p:txBody>
          <a:bodyPr wrap="square" lIns="91440" rtlCol="0">
            <a:spAutoFit/>
          </a:bodyPr>
          <a:lstStyle/>
          <a:p>
            <a:pPr lvl="0" algn="ctr">
              <a:defRPr/>
            </a:pPr>
            <a:r>
              <a:rPr lang="en-US" sz="1400" spc="600" dirty="0" smtClean="0"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lang="en-US" sz="1400" spc="6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kumimoji="0" lang="en-US" sz="1400" b="0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32429" y="2137747"/>
            <a:ext cx="1596570" cy="323165"/>
            <a:chOff x="1524001" y="3166646"/>
            <a:chExt cx="1596570" cy="323165"/>
          </a:xfrm>
        </p:grpSpPr>
        <p:sp>
          <p:nvSpPr>
            <p:cNvPr id="19" name="TextBox 18"/>
            <p:cNvSpPr txBox="1"/>
            <p:nvPr/>
          </p:nvSpPr>
          <p:spPr>
            <a:xfrm>
              <a:off x="1834191" y="3166646"/>
              <a:ext cx="12863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5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1524001" y="3205162"/>
              <a:ext cx="371475" cy="238125"/>
            </a:xfrm>
            <a:custGeom>
              <a:avLst/>
              <a:gdLst>
                <a:gd name="connsiteX0" fmla="*/ 19300 w 371475"/>
                <a:gd name="connsiteY0" fmla="*/ 0 h 238125"/>
                <a:gd name="connsiteX1" fmla="*/ 371475 w 371475"/>
                <a:gd name="connsiteY1" fmla="*/ 0 h 238125"/>
                <a:gd name="connsiteX2" fmla="*/ 371475 w 371475"/>
                <a:gd name="connsiteY2" fmla="*/ 238125 h 238125"/>
                <a:gd name="connsiteX3" fmla="*/ 19300 w 371475"/>
                <a:gd name="connsiteY3" fmla="*/ 238125 h 238125"/>
                <a:gd name="connsiteX4" fmla="*/ 0 w 371475"/>
                <a:gd name="connsiteY4" fmla="*/ 218825 h 238125"/>
                <a:gd name="connsiteX5" fmla="*/ 0 w 371475"/>
                <a:gd name="connsiteY5" fmla="*/ 19300 h 238125"/>
                <a:gd name="connsiteX6" fmla="*/ 19300 w 371475"/>
                <a:gd name="connsiteY6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475" h="238125">
                  <a:moveTo>
                    <a:pt x="19300" y="0"/>
                  </a:moveTo>
                  <a:lnTo>
                    <a:pt x="371475" y="0"/>
                  </a:lnTo>
                  <a:lnTo>
                    <a:pt x="371475" y="238125"/>
                  </a:lnTo>
                  <a:lnTo>
                    <a:pt x="19300" y="238125"/>
                  </a:lnTo>
                  <a:cubicBezTo>
                    <a:pt x="8641" y="238125"/>
                    <a:pt x="0" y="229484"/>
                    <a:pt x="0" y="218825"/>
                  </a:cubicBezTo>
                  <a:lnTo>
                    <a:pt x="0" y="19300"/>
                  </a:lnTo>
                  <a:cubicBezTo>
                    <a:pt x="0" y="8641"/>
                    <a:pt x="8641" y="0"/>
                    <a:pt x="1930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F45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1895476" y="3205162"/>
              <a:ext cx="1177296" cy="238125"/>
            </a:xfrm>
            <a:custGeom>
              <a:avLst/>
              <a:gdLst>
                <a:gd name="connsiteX0" fmla="*/ 0 w 804863"/>
                <a:gd name="connsiteY0" fmla="*/ 0 h 238125"/>
                <a:gd name="connsiteX1" fmla="*/ 785563 w 804863"/>
                <a:gd name="connsiteY1" fmla="*/ 0 h 238125"/>
                <a:gd name="connsiteX2" fmla="*/ 804863 w 804863"/>
                <a:gd name="connsiteY2" fmla="*/ 19300 h 238125"/>
                <a:gd name="connsiteX3" fmla="*/ 804863 w 804863"/>
                <a:gd name="connsiteY3" fmla="*/ 218825 h 238125"/>
                <a:gd name="connsiteX4" fmla="*/ 785563 w 804863"/>
                <a:gd name="connsiteY4" fmla="*/ 238125 h 238125"/>
                <a:gd name="connsiteX5" fmla="*/ 0 w 804863"/>
                <a:gd name="connsiteY5" fmla="*/ 238125 h 238125"/>
                <a:gd name="connsiteX6" fmla="*/ 0 w 804863"/>
                <a:gd name="connsiteY6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4863" h="238125">
                  <a:moveTo>
                    <a:pt x="0" y="0"/>
                  </a:moveTo>
                  <a:lnTo>
                    <a:pt x="785563" y="0"/>
                  </a:lnTo>
                  <a:cubicBezTo>
                    <a:pt x="796222" y="0"/>
                    <a:pt x="804863" y="8641"/>
                    <a:pt x="804863" y="19300"/>
                  </a:cubicBezTo>
                  <a:lnTo>
                    <a:pt x="804863" y="218825"/>
                  </a:lnTo>
                  <a:cubicBezTo>
                    <a:pt x="804863" y="229484"/>
                    <a:pt x="796222" y="238125"/>
                    <a:pt x="785563" y="238125"/>
                  </a:cubicBez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F45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505" y="3236911"/>
              <a:ext cx="174625" cy="174625"/>
            </a:xfrm>
            <a:prstGeom prst="rect">
              <a:avLst/>
            </a:prstGeom>
          </p:spPr>
        </p:pic>
      </p:grpSp>
      <p:sp>
        <p:nvSpPr>
          <p:cNvPr id="27" name="Rectangle 26"/>
          <p:cNvSpPr/>
          <p:nvPr/>
        </p:nvSpPr>
        <p:spPr>
          <a:xfrm>
            <a:off x="333984" y="2499428"/>
            <a:ext cx="35299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advantages of mobile developer skills &amp; experience has been accumulated more 2 years, I will contribute to development of Company</a:t>
            </a: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432429" y="3174801"/>
            <a:ext cx="1629813" cy="323165"/>
            <a:chOff x="432429" y="3753318"/>
            <a:chExt cx="1629813" cy="323165"/>
          </a:xfrm>
        </p:grpSpPr>
        <p:grpSp>
          <p:nvGrpSpPr>
            <p:cNvPr id="28" name="Group 27"/>
            <p:cNvGrpSpPr/>
            <p:nvPr/>
          </p:nvGrpSpPr>
          <p:grpSpPr>
            <a:xfrm>
              <a:off x="432429" y="3753318"/>
              <a:ext cx="1629813" cy="323165"/>
              <a:chOff x="1524001" y="3166646"/>
              <a:chExt cx="1629813" cy="323165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1834191" y="3166646"/>
                <a:ext cx="130369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EDUCATION</a:t>
                </a:r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1524001" y="3205162"/>
                <a:ext cx="371475" cy="238125"/>
              </a:xfrm>
              <a:custGeom>
                <a:avLst/>
                <a:gdLst>
                  <a:gd name="connsiteX0" fmla="*/ 19300 w 371475"/>
                  <a:gd name="connsiteY0" fmla="*/ 0 h 238125"/>
                  <a:gd name="connsiteX1" fmla="*/ 371475 w 371475"/>
                  <a:gd name="connsiteY1" fmla="*/ 0 h 238125"/>
                  <a:gd name="connsiteX2" fmla="*/ 371475 w 371475"/>
                  <a:gd name="connsiteY2" fmla="*/ 238125 h 238125"/>
                  <a:gd name="connsiteX3" fmla="*/ 19300 w 371475"/>
                  <a:gd name="connsiteY3" fmla="*/ 238125 h 238125"/>
                  <a:gd name="connsiteX4" fmla="*/ 0 w 371475"/>
                  <a:gd name="connsiteY4" fmla="*/ 218825 h 238125"/>
                  <a:gd name="connsiteX5" fmla="*/ 0 w 371475"/>
                  <a:gd name="connsiteY5" fmla="*/ 19300 h 238125"/>
                  <a:gd name="connsiteX6" fmla="*/ 19300 w 371475"/>
                  <a:gd name="connsiteY6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1475" h="238125">
                    <a:moveTo>
                      <a:pt x="19300" y="0"/>
                    </a:moveTo>
                    <a:lnTo>
                      <a:pt x="371475" y="0"/>
                    </a:lnTo>
                    <a:lnTo>
                      <a:pt x="371475" y="238125"/>
                    </a:lnTo>
                    <a:lnTo>
                      <a:pt x="19300" y="238125"/>
                    </a:lnTo>
                    <a:cubicBezTo>
                      <a:pt x="8641" y="238125"/>
                      <a:pt x="0" y="229484"/>
                      <a:pt x="0" y="218825"/>
                    </a:cubicBezTo>
                    <a:lnTo>
                      <a:pt x="0" y="19300"/>
                    </a:lnTo>
                    <a:cubicBezTo>
                      <a:pt x="0" y="8641"/>
                      <a:pt x="8641" y="0"/>
                      <a:pt x="193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F45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1895475" y="3205162"/>
                <a:ext cx="1258339" cy="238125"/>
              </a:xfrm>
              <a:custGeom>
                <a:avLst/>
                <a:gdLst>
                  <a:gd name="connsiteX0" fmla="*/ 0 w 804863"/>
                  <a:gd name="connsiteY0" fmla="*/ 0 h 238125"/>
                  <a:gd name="connsiteX1" fmla="*/ 785563 w 804863"/>
                  <a:gd name="connsiteY1" fmla="*/ 0 h 238125"/>
                  <a:gd name="connsiteX2" fmla="*/ 804863 w 804863"/>
                  <a:gd name="connsiteY2" fmla="*/ 19300 h 238125"/>
                  <a:gd name="connsiteX3" fmla="*/ 804863 w 804863"/>
                  <a:gd name="connsiteY3" fmla="*/ 218825 h 238125"/>
                  <a:gd name="connsiteX4" fmla="*/ 785563 w 804863"/>
                  <a:gd name="connsiteY4" fmla="*/ 238125 h 238125"/>
                  <a:gd name="connsiteX5" fmla="*/ 0 w 804863"/>
                  <a:gd name="connsiteY5" fmla="*/ 238125 h 238125"/>
                  <a:gd name="connsiteX6" fmla="*/ 0 w 804863"/>
                  <a:gd name="connsiteY6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4863" h="238125">
                    <a:moveTo>
                      <a:pt x="0" y="0"/>
                    </a:moveTo>
                    <a:lnTo>
                      <a:pt x="785563" y="0"/>
                    </a:lnTo>
                    <a:cubicBezTo>
                      <a:pt x="796222" y="0"/>
                      <a:pt x="804863" y="8641"/>
                      <a:pt x="804863" y="19300"/>
                    </a:cubicBezTo>
                    <a:lnTo>
                      <a:pt x="804863" y="218825"/>
                    </a:lnTo>
                    <a:cubicBezTo>
                      <a:pt x="804863" y="229484"/>
                      <a:pt x="796222" y="238125"/>
                      <a:pt x="785563" y="238125"/>
                    </a:cubicBezTo>
                    <a:lnTo>
                      <a:pt x="0" y="23812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F45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304" y="3776589"/>
              <a:ext cx="276641" cy="276641"/>
            </a:xfrm>
            <a:prstGeom prst="rect">
              <a:avLst/>
            </a:prstGeom>
          </p:spPr>
        </p:pic>
      </p:grpSp>
      <p:sp>
        <p:nvSpPr>
          <p:cNvPr id="37" name="TextBox 36"/>
          <p:cNvSpPr txBox="1"/>
          <p:nvPr/>
        </p:nvSpPr>
        <p:spPr>
          <a:xfrm>
            <a:off x="4191000" y="2438400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Computer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102100" y="2133600"/>
            <a:ext cx="0" cy="4564766"/>
          </a:xfrm>
          <a:prstGeom prst="line">
            <a:avLst/>
          </a:prstGeom>
          <a:ln>
            <a:solidFill>
              <a:srgbClr val="83AE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393627" y="4013001"/>
            <a:ext cx="1764434" cy="323165"/>
            <a:chOff x="432429" y="5177395"/>
            <a:chExt cx="1764434" cy="323165"/>
          </a:xfrm>
        </p:grpSpPr>
        <p:grpSp>
          <p:nvGrpSpPr>
            <p:cNvPr id="43" name="Group 42"/>
            <p:cNvGrpSpPr/>
            <p:nvPr/>
          </p:nvGrpSpPr>
          <p:grpSpPr>
            <a:xfrm>
              <a:off x="432429" y="5177395"/>
              <a:ext cx="1764434" cy="323165"/>
              <a:chOff x="1524001" y="3166646"/>
              <a:chExt cx="1764434" cy="323165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1834191" y="3166646"/>
                <a:ext cx="145424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EXPERIENCE</a:t>
                </a:r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1524001" y="3205162"/>
                <a:ext cx="371475" cy="238125"/>
              </a:xfrm>
              <a:custGeom>
                <a:avLst/>
                <a:gdLst>
                  <a:gd name="connsiteX0" fmla="*/ 19300 w 371475"/>
                  <a:gd name="connsiteY0" fmla="*/ 0 h 238125"/>
                  <a:gd name="connsiteX1" fmla="*/ 371475 w 371475"/>
                  <a:gd name="connsiteY1" fmla="*/ 0 h 238125"/>
                  <a:gd name="connsiteX2" fmla="*/ 371475 w 371475"/>
                  <a:gd name="connsiteY2" fmla="*/ 238125 h 238125"/>
                  <a:gd name="connsiteX3" fmla="*/ 19300 w 371475"/>
                  <a:gd name="connsiteY3" fmla="*/ 238125 h 238125"/>
                  <a:gd name="connsiteX4" fmla="*/ 0 w 371475"/>
                  <a:gd name="connsiteY4" fmla="*/ 218825 h 238125"/>
                  <a:gd name="connsiteX5" fmla="*/ 0 w 371475"/>
                  <a:gd name="connsiteY5" fmla="*/ 19300 h 238125"/>
                  <a:gd name="connsiteX6" fmla="*/ 19300 w 371475"/>
                  <a:gd name="connsiteY6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1475" h="238125">
                    <a:moveTo>
                      <a:pt x="19300" y="0"/>
                    </a:moveTo>
                    <a:lnTo>
                      <a:pt x="371475" y="0"/>
                    </a:lnTo>
                    <a:lnTo>
                      <a:pt x="371475" y="238125"/>
                    </a:lnTo>
                    <a:lnTo>
                      <a:pt x="19300" y="238125"/>
                    </a:lnTo>
                    <a:cubicBezTo>
                      <a:pt x="8641" y="238125"/>
                      <a:pt x="0" y="229484"/>
                      <a:pt x="0" y="218825"/>
                    </a:cubicBezTo>
                    <a:lnTo>
                      <a:pt x="0" y="19300"/>
                    </a:lnTo>
                    <a:cubicBezTo>
                      <a:pt x="0" y="8641"/>
                      <a:pt x="8641" y="0"/>
                      <a:pt x="193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F45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1895475" y="3205162"/>
                <a:ext cx="1325634" cy="238125"/>
              </a:xfrm>
              <a:custGeom>
                <a:avLst/>
                <a:gdLst>
                  <a:gd name="connsiteX0" fmla="*/ 0 w 804863"/>
                  <a:gd name="connsiteY0" fmla="*/ 0 h 238125"/>
                  <a:gd name="connsiteX1" fmla="*/ 785563 w 804863"/>
                  <a:gd name="connsiteY1" fmla="*/ 0 h 238125"/>
                  <a:gd name="connsiteX2" fmla="*/ 804863 w 804863"/>
                  <a:gd name="connsiteY2" fmla="*/ 19300 h 238125"/>
                  <a:gd name="connsiteX3" fmla="*/ 804863 w 804863"/>
                  <a:gd name="connsiteY3" fmla="*/ 218825 h 238125"/>
                  <a:gd name="connsiteX4" fmla="*/ 785563 w 804863"/>
                  <a:gd name="connsiteY4" fmla="*/ 238125 h 238125"/>
                  <a:gd name="connsiteX5" fmla="*/ 0 w 804863"/>
                  <a:gd name="connsiteY5" fmla="*/ 238125 h 238125"/>
                  <a:gd name="connsiteX6" fmla="*/ 0 w 804863"/>
                  <a:gd name="connsiteY6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4863" h="238125">
                    <a:moveTo>
                      <a:pt x="0" y="0"/>
                    </a:moveTo>
                    <a:lnTo>
                      <a:pt x="785563" y="0"/>
                    </a:lnTo>
                    <a:cubicBezTo>
                      <a:pt x="796222" y="0"/>
                      <a:pt x="804863" y="8641"/>
                      <a:pt x="804863" y="19300"/>
                    </a:cubicBezTo>
                    <a:lnTo>
                      <a:pt x="804863" y="218825"/>
                    </a:lnTo>
                    <a:cubicBezTo>
                      <a:pt x="804863" y="229484"/>
                      <a:pt x="796222" y="238125"/>
                      <a:pt x="785563" y="238125"/>
                    </a:cubicBezTo>
                    <a:lnTo>
                      <a:pt x="0" y="23812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F45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850" y="5222553"/>
              <a:ext cx="224839" cy="224839"/>
            </a:xfrm>
            <a:prstGeom prst="rect">
              <a:avLst/>
            </a:prstGeom>
          </p:spPr>
        </p:pic>
      </p:grpSp>
      <p:sp>
        <p:nvSpPr>
          <p:cNvPr id="50" name="TextBox 49"/>
          <p:cNvSpPr txBox="1"/>
          <p:nvPr/>
        </p:nvSpPr>
        <p:spPr>
          <a:xfrm>
            <a:off x="333984" y="4394001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 2020 -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K-Group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33984" y="4665457"/>
            <a:ext cx="2907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Developer (Flutter, IOS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Android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33984" y="4986236"/>
            <a:ext cx="3529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Project: Thế giới bác sĩ, Catback, Fiona Smart, Kiva Wallet.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with cross platform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Flutter</a:t>
            </a:r>
          </a:p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Release app to Google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play and Apple Store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3984" y="5913572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 2012 - May </a:t>
            </a: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FPT Software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1608" y="6200001"/>
            <a:ext cx="2116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lang="en-US" sz="1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393627" y="6534835"/>
            <a:ext cx="1392539" cy="323165"/>
            <a:chOff x="1524001" y="3166646"/>
            <a:chExt cx="1392539" cy="323165"/>
          </a:xfrm>
        </p:grpSpPr>
        <p:sp>
          <p:nvSpPr>
            <p:cNvPr id="55" name="TextBox 54"/>
            <p:cNvSpPr txBox="1"/>
            <p:nvPr/>
          </p:nvSpPr>
          <p:spPr>
            <a:xfrm>
              <a:off x="1834191" y="3166646"/>
              <a:ext cx="10823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500" dirty="0" smtClean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1524001" y="3205162"/>
              <a:ext cx="371475" cy="238125"/>
            </a:xfrm>
            <a:custGeom>
              <a:avLst/>
              <a:gdLst>
                <a:gd name="connsiteX0" fmla="*/ 19300 w 371475"/>
                <a:gd name="connsiteY0" fmla="*/ 0 h 238125"/>
                <a:gd name="connsiteX1" fmla="*/ 371475 w 371475"/>
                <a:gd name="connsiteY1" fmla="*/ 0 h 238125"/>
                <a:gd name="connsiteX2" fmla="*/ 371475 w 371475"/>
                <a:gd name="connsiteY2" fmla="*/ 238125 h 238125"/>
                <a:gd name="connsiteX3" fmla="*/ 19300 w 371475"/>
                <a:gd name="connsiteY3" fmla="*/ 238125 h 238125"/>
                <a:gd name="connsiteX4" fmla="*/ 0 w 371475"/>
                <a:gd name="connsiteY4" fmla="*/ 218825 h 238125"/>
                <a:gd name="connsiteX5" fmla="*/ 0 w 371475"/>
                <a:gd name="connsiteY5" fmla="*/ 19300 h 238125"/>
                <a:gd name="connsiteX6" fmla="*/ 19300 w 371475"/>
                <a:gd name="connsiteY6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475" h="238125">
                  <a:moveTo>
                    <a:pt x="19300" y="0"/>
                  </a:moveTo>
                  <a:lnTo>
                    <a:pt x="371475" y="0"/>
                  </a:lnTo>
                  <a:lnTo>
                    <a:pt x="371475" y="238125"/>
                  </a:lnTo>
                  <a:lnTo>
                    <a:pt x="19300" y="238125"/>
                  </a:lnTo>
                  <a:cubicBezTo>
                    <a:pt x="8641" y="238125"/>
                    <a:pt x="0" y="229484"/>
                    <a:pt x="0" y="218825"/>
                  </a:cubicBezTo>
                  <a:lnTo>
                    <a:pt x="0" y="19300"/>
                  </a:lnTo>
                  <a:cubicBezTo>
                    <a:pt x="0" y="8641"/>
                    <a:pt x="8641" y="0"/>
                    <a:pt x="1930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F45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1895476" y="3205162"/>
              <a:ext cx="1021064" cy="238125"/>
            </a:xfrm>
            <a:custGeom>
              <a:avLst/>
              <a:gdLst>
                <a:gd name="connsiteX0" fmla="*/ 0 w 804863"/>
                <a:gd name="connsiteY0" fmla="*/ 0 h 238125"/>
                <a:gd name="connsiteX1" fmla="*/ 785563 w 804863"/>
                <a:gd name="connsiteY1" fmla="*/ 0 h 238125"/>
                <a:gd name="connsiteX2" fmla="*/ 804863 w 804863"/>
                <a:gd name="connsiteY2" fmla="*/ 19300 h 238125"/>
                <a:gd name="connsiteX3" fmla="*/ 804863 w 804863"/>
                <a:gd name="connsiteY3" fmla="*/ 218825 h 238125"/>
                <a:gd name="connsiteX4" fmla="*/ 785563 w 804863"/>
                <a:gd name="connsiteY4" fmla="*/ 238125 h 238125"/>
                <a:gd name="connsiteX5" fmla="*/ 0 w 804863"/>
                <a:gd name="connsiteY5" fmla="*/ 238125 h 238125"/>
                <a:gd name="connsiteX6" fmla="*/ 0 w 804863"/>
                <a:gd name="connsiteY6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4863" h="238125">
                  <a:moveTo>
                    <a:pt x="0" y="0"/>
                  </a:moveTo>
                  <a:lnTo>
                    <a:pt x="785563" y="0"/>
                  </a:lnTo>
                  <a:cubicBezTo>
                    <a:pt x="796222" y="0"/>
                    <a:pt x="804863" y="8641"/>
                    <a:pt x="804863" y="19300"/>
                  </a:cubicBezTo>
                  <a:lnTo>
                    <a:pt x="804863" y="218825"/>
                  </a:lnTo>
                  <a:cubicBezTo>
                    <a:pt x="804863" y="229484"/>
                    <a:pt x="796222" y="238125"/>
                    <a:pt x="785563" y="238125"/>
                  </a:cubicBez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F45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46" y="6590170"/>
            <a:ext cx="198899" cy="1988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59250" y="2156871"/>
            <a:ext cx="84350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2100" y="2201390"/>
            <a:ext cx="114300" cy="2341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159250" y="4191000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HOBBIES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02100" y="4235519"/>
            <a:ext cx="114300" cy="2341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159250" y="5181600"/>
            <a:ext cx="113845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02100" y="5226119"/>
            <a:ext cx="114300" cy="2341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81000" y="3708201"/>
            <a:ext cx="24301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Major: Software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32429" y="5867400"/>
            <a:ext cx="34315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81000" y="3479601"/>
            <a:ext cx="3089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 university of Ho Chi Minh city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379226" y="2695437"/>
            <a:ext cx="20868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Flutter, Android, IOS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Dart,Java,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Kotlin, </a:t>
            </a: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Swift</a:t>
            </a:r>
            <a:endParaRPr kumimoji="0" lang="en-US" sz="1200" b="0" i="0" u="none" strike="noStrike" kern="1200" cap="none" spc="0" normalizeH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Nodejs, JavaScript</a:t>
            </a:r>
            <a:endParaRPr kumimoji="0" lang="en-US" sz="1200" b="0" i="0" u="none" strike="noStrike" kern="1200" cap="none" spc="0" normalizeH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216991" y="3273755"/>
            <a:ext cx="1007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Soft </a:t>
            </a:r>
            <a:r>
              <a:rPr lang="en-US" sz="12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428286" y="3564966"/>
            <a:ext cx="20868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Flutter, Android, IOS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Dart,Java,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Kotlin, </a:t>
            </a: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Swift</a:t>
            </a:r>
            <a:endParaRPr kumimoji="0" lang="en-US" sz="1200" b="0" i="0" u="none" strike="noStrike" kern="1200" cap="none" spc="0" normalizeH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Nodejs, JavaScript</a:t>
            </a:r>
            <a:endParaRPr kumimoji="0" lang="en-US" sz="1200" b="0" i="0" u="none" strike="noStrike" kern="1200" cap="none" spc="0" normalizeH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254264" y="4535812"/>
            <a:ext cx="23353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work, work independently</a:t>
            </a:r>
          </a:p>
          <a:p>
            <a:pPr lvl="0" algn="just">
              <a:defRPr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Creativity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Oral communication skills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91000" y="5504765"/>
            <a:ext cx="259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Date of birth: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16/02/1998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Gender: Male</a:t>
            </a:r>
          </a:p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Phone: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+84 345 016 610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anhtu.it.se@gmail.com</a:t>
            </a:r>
          </a:p>
          <a:p>
            <a:pPr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Github: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AnhTu6610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Address: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Binh Thanh, Ho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794302"/>
              </p:ext>
            </p:extLst>
          </p:nvPr>
        </p:nvGraphicFramePr>
        <p:xfrm>
          <a:off x="393627" y="7063740"/>
          <a:ext cx="5547115" cy="2232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027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Thế</a:t>
                      </a:r>
                      <a:r>
                        <a:rPr lang="en-US" baseline="0" dirty="0" smtClean="0"/>
                        <a:t> giới bác sĩ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63926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to connect patients with doctors and pharmacies for online medical examination and treatment.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300" dirty="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Map, Firebase, Location, </a:t>
                      </a:r>
                      <a:r>
                        <a:rPr lang="en-US" sz="12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HealthKit, Twilio (chat, video</a:t>
                      </a:r>
                      <a:r>
                        <a:rPr lang="en-US" sz="1200" b="0" i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call</a:t>
                      </a:r>
                      <a:r>
                        <a:rPr lang="en-US" sz="12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Facebook SDK,Google SDK</a:t>
                      </a:r>
                      <a:endParaRPr lang="en-US" sz="1200" b="0" i="0" u="none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  <p:pic>
        <p:nvPicPr>
          <p:cNvPr id="32" name="Picture 31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4734"/>
            <a:ext cx="1417236" cy="161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5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015878"/>
              </p:ext>
            </p:extLst>
          </p:nvPr>
        </p:nvGraphicFramePr>
        <p:xfrm>
          <a:off x="393627" y="278817"/>
          <a:ext cx="6072476" cy="188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7388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Catback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Cashback shopping app, link-up with third-party vendors.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Developer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30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Firebase, Dynamic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Link,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Facebook SDK,Google SDK</a:t>
                      </a:r>
                      <a:endParaRPr lang="en-US" sz="1200" b="0" i="0" u="none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2909"/>
              </p:ext>
            </p:extLst>
          </p:nvPr>
        </p:nvGraphicFramePr>
        <p:xfrm>
          <a:off x="393529" y="2372945"/>
          <a:ext cx="6072476" cy="1530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7388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Fiona</a:t>
                      </a:r>
                      <a:r>
                        <a:rPr lang="en-US" baseline="0" dirty="0" smtClean="0"/>
                        <a:t> Smart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IOT application to control smart devices in the home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Developer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30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MQTT</a:t>
                      </a:r>
                      <a:endParaRPr lang="en-US" sz="1200" b="0" i="0" u="none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2995"/>
              </p:ext>
            </p:extLst>
          </p:nvPr>
        </p:nvGraphicFramePr>
        <p:xfrm>
          <a:off x="393529" y="4394300"/>
          <a:ext cx="6072476" cy="1530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7388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Xe Toàn</a:t>
                      </a:r>
                      <a:r>
                        <a:rPr lang="en-US" baseline="0" dirty="0" smtClean="0"/>
                        <a:t> Thắng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to book tickets online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Developer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30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35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VietMap SKD (Mapbox)</a:t>
                      </a:r>
                      <a:endParaRPr lang="en-US" sz="1350" b="0" i="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" y="3987444"/>
            <a:ext cx="241925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15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FREELANCE PROJECTS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69505"/>
              </p:ext>
            </p:extLst>
          </p:nvPr>
        </p:nvGraphicFramePr>
        <p:xfrm>
          <a:off x="393529" y="6137096"/>
          <a:ext cx="6072476" cy="1530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7388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eGas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to sell Gas and kitchen appliances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Developer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30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Momo SKD, VNPay SDK</a:t>
                      </a:r>
                      <a:endParaRPr lang="en-US" sz="1200" b="0" i="0" u="none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691020"/>
              </p:ext>
            </p:extLst>
          </p:nvPr>
        </p:nvGraphicFramePr>
        <p:xfrm>
          <a:off x="387179" y="7879892"/>
          <a:ext cx="6072476" cy="1721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7388">
                  <a:extLst>
                    <a:ext uri="{9D8B030D-6E8A-4147-A177-3AD203B41FA5}">
                      <a16:colId xmlns:a16="http://schemas.microsoft.com/office/drawing/2014/main" val="1210138874"/>
                    </a:ext>
                  </a:extLst>
                </a:gridCol>
                <a:gridCol w="4065088">
                  <a:extLst>
                    <a:ext uri="{9D8B030D-6E8A-4147-A177-3AD203B41FA5}">
                      <a16:colId xmlns:a16="http://schemas.microsoft.com/office/drawing/2014/main" val="283221543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project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BSF</a:t>
                      </a:r>
                      <a:r>
                        <a:rPr lang="en-US" baseline="0" dirty="0" smtClean="0"/>
                        <a:t> Smart Farm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424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to sell agricultural products, tools used in agricultural products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050720"/>
                  </a:ext>
                </a:extLst>
              </a:tr>
              <a:tr h="23540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position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Developer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00568"/>
                  </a:ext>
                </a:extLst>
              </a:tr>
              <a:tr h="24302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responsibilities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300" smtClean="0">
                          <a:latin typeface="+mn-lt"/>
                        </a:rPr>
                        <a:t>Development, review code, optimize code, bug fixing</a:t>
                      </a:r>
                      <a:endParaRPr lang="en-US" sz="13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49917"/>
                  </a:ext>
                </a:extLst>
              </a:tr>
              <a:tr h="334468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 used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API, Push Notification,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Momo SKD, VNPay SDK</a:t>
                      </a:r>
                      <a:endParaRPr lang="en-US" sz="1200" b="0" i="0" u="none" kern="1200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7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12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AAF631-E301-462A-AEC7-E4AAF4F25945}">
  <we:reference id="wa104380121" version="2.0.0.0" store="en-US" storeType="OMEX"/>
  <we:alternateReferences>
    <we:reference id="wa104380121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711</TotalTime>
  <Words>443</Words>
  <Application>Microsoft Office PowerPoint</Application>
  <PresentationFormat>A4 Paper (210x297 mm)</PresentationFormat>
  <Paragraphs>96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 Light</vt:lpstr>
      <vt:lpstr>Calibri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Quang Huy</dc:creator>
  <cp:lastModifiedBy>Anh Tu Dev</cp:lastModifiedBy>
  <cp:revision>127</cp:revision>
  <dcterms:created xsi:type="dcterms:W3CDTF">2016-08-04T15:03:23Z</dcterms:created>
  <dcterms:modified xsi:type="dcterms:W3CDTF">2021-03-22T15:29:27Z</dcterms:modified>
</cp:coreProperties>
</file>