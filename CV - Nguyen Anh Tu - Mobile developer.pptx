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14" r:id="rId1"/>
  </p:sldMasterIdLst>
  <p:notesMasterIdLst>
    <p:notesMasterId r:id="rId4"/>
  </p:notesMasterIdLst>
  <p:sldIdLst>
    <p:sldId id="256" r:id="rId2"/>
    <p:sldId id="257" r:id="rId3"/>
  </p:sldIdLst>
  <p:sldSz cx="6858000" cy="9906000" type="A4"/>
  <p:notesSz cx="6858000" cy="9144000"/>
  <p:embeddedFontLst>
    <p:embeddedFont>
      <p:font typeface="Calibri Light" panose="020F0302020204030204" pitchFamily="34" charset="0"/>
      <p:regular r:id="rId5"/>
      <p:italic r:id="rId6"/>
    </p:embeddedFont>
    <p:embeddedFont>
      <p:font typeface="Calibri" panose="020F0502020204030204" pitchFamily="34" charset="0"/>
      <p:regular r:id="rId7"/>
      <p:bold r:id="rId8"/>
      <p:italic r:id="rId9"/>
      <p:boldItalic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352"/>
    <a:srgbClr val="FFD44D"/>
    <a:srgbClr val="8FD4BF"/>
    <a:srgbClr val="94D44D"/>
    <a:srgbClr val="FFFFFF"/>
    <a:srgbClr val="3DD84E"/>
    <a:srgbClr val="409CFF"/>
    <a:srgbClr val="15CCFD"/>
    <a:srgbClr val="CA1F94"/>
    <a:srgbClr val="6E15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87" autoAdjust="0"/>
    <p:restoredTop sz="94636" autoAdjust="0"/>
  </p:normalViewPr>
  <p:slideViewPr>
    <p:cSldViewPr>
      <p:cViewPr>
        <p:scale>
          <a:sx n="125" d="100"/>
          <a:sy n="125" d="100"/>
        </p:scale>
        <p:origin x="2196" y="-36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2DA4D-DA4E-497F-B2BB-80067B2C6FC6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BBE0AD-D153-453D-9E18-2010DC176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282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E53EBD-F069-4A42-A7A1-FD16322777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9200" y="9227459"/>
            <a:ext cx="1879600" cy="187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590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994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237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47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335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886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091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482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804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085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369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C413B4-9056-430F-B193-81F789FD9110}" type="datetimeFigureOut">
              <a:rPr lang="en-US" smtClean="0"/>
              <a:t>3/27/2021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7B12A-924C-4916-8E16-F978DD4A60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29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10" Type="http://schemas.openxmlformats.org/officeDocument/2006/relationships/image" Target="../media/image6.jpeg"/><Relationship Id="rId4" Type="http://schemas.openxmlformats.org/officeDocument/2006/relationships/image" Target="../media/image3.png"/><Relationship Id="rId9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vietmap.vn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292351" y="839581"/>
            <a:ext cx="4173752" cy="599108"/>
          </a:xfrm>
          <a:custGeom>
            <a:avLst/>
            <a:gdLst>
              <a:gd name="connsiteX0" fmla="*/ 0 w 2736463"/>
              <a:gd name="connsiteY0" fmla="*/ 0 h 599108"/>
              <a:gd name="connsiteX1" fmla="*/ 2711384 w 2736463"/>
              <a:gd name="connsiteY1" fmla="*/ 0 h 599108"/>
              <a:gd name="connsiteX2" fmla="*/ 2736463 w 2736463"/>
              <a:gd name="connsiteY2" fmla="*/ 25079 h 599108"/>
              <a:gd name="connsiteX3" fmla="*/ 2736463 w 2736463"/>
              <a:gd name="connsiteY3" fmla="*/ 574029 h 599108"/>
              <a:gd name="connsiteX4" fmla="*/ 2711384 w 2736463"/>
              <a:gd name="connsiteY4" fmla="*/ 599108 h 599108"/>
              <a:gd name="connsiteX5" fmla="*/ 0 w 2736463"/>
              <a:gd name="connsiteY5" fmla="*/ 599108 h 599108"/>
              <a:gd name="connsiteX6" fmla="*/ 0 w 2736463"/>
              <a:gd name="connsiteY6" fmla="*/ 0 h 599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6463" h="599108">
                <a:moveTo>
                  <a:pt x="0" y="0"/>
                </a:moveTo>
                <a:lnTo>
                  <a:pt x="2711384" y="0"/>
                </a:lnTo>
                <a:cubicBezTo>
                  <a:pt x="2725235" y="0"/>
                  <a:pt x="2736463" y="11228"/>
                  <a:pt x="2736463" y="25079"/>
                </a:cubicBezTo>
                <a:lnTo>
                  <a:pt x="2736463" y="574029"/>
                </a:lnTo>
                <a:cubicBezTo>
                  <a:pt x="2736463" y="587880"/>
                  <a:pt x="2725235" y="599108"/>
                  <a:pt x="2711384" y="599108"/>
                </a:cubicBezTo>
                <a:lnTo>
                  <a:pt x="0" y="599108"/>
                </a:lnTo>
                <a:lnTo>
                  <a:pt x="0" y="0"/>
                </a:lnTo>
                <a:close/>
              </a:path>
            </a:pathLst>
          </a:cu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69981" y="861329"/>
            <a:ext cx="38184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NGUYỄN</a:t>
            </a:r>
            <a:r>
              <a:rPr kumimoji="0" lang="en-US" sz="3200" b="0" i="0" u="none" strike="noStrike" kern="1200" cap="none" spc="0" normalizeH="0" noProof="0" dirty="0" smtClean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ANH TÚ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99106" y="1514686"/>
            <a:ext cx="3658361" cy="307777"/>
          </a:xfrm>
          <a:prstGeom prst="rect">
            <a:avLst/>
          </a:prstGeom>
          <a:noFill/>
        </p:spPr>
        <p:txBody>
          <a:bodyPr wrap="square" lIns="91440" rtlCol="0">
            <a:spAutoFit/>
          </a:bodyPr>
          <a:lstStyle/>
          <a:p>
            <a:pPr lvl="0" algn="ctr">
              <a:defRPr/>
            </a:pPr>
            <a:r>
              <a:rPr lang="en-US" sz="1400" spc="600" dirty="0" smtClean="0">
                <a:latin typeface="Arial" panose="020B0604020202020204" pitchFamily="34" charset="0"/>
                <a:cs typeface="Arial" panose="020B0604020202020204" pitchFamily="34" charset="0"/>
              </a:rPr>
              <a:t>MOBILE DEVELOPER</a:t>
            </a:r>
            <a:endParaRPr kumimoji="0" lang="en-US" sz="1400" b="0" i="0" u="none" strike="noStrike" kern="1200" cap="none" spc="60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Group 25"/>
          <p:cNvGrpSpPr/>
          <p:nvPr/>
        </p:nvGrpSpPr>
        <p:grpSpPr>
          <a:xfrm>
            <a:off x="393627" y="2137115"/>
            <a:ext cx="1596570" cy="323165"/>
            <a:chOff x="1524001" y="3166646"/>
            <a:chExt cx="1596570" cy="323165"/>
          </a:xfrm>
        </p:grpSpPr>
        <p:sp>
          <p:nvSpPr>
            <p:cNvPr id="19" name="TextBox 18"/>
            <p:cNvSpPr txBox="1"/>
            <p:nvPr/>
          </p:nvSpPr>
          <p:spPr>
            <a:xfrm>
              <a:off x="1834191" y="3166646"/>
              <a:ext cx="1286380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1500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OBJECTIVE</a:t>
              </a:r>
              <a:endPara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24"/>
            <p:cNvSpPr/>
            <p:nvPr/>
          </p:nvSpPr>
          <p:spPr>
            <a:xfrm>
              <a:off x="1524001" y="3205162"/>
              <a:ext cx="371475" cy="238125"/>
            </a:xfrm>
            <a:custGeom>
              <a:avLst/>
              <a:gdLst>
                <a:gd name="connsiteX0" fmla="*/ 19300 w 371475"/>
                <a:gd name="connsiteY0" fmla="*/ 0 h 238125"/>
                <a:gd name="connsiteX1" fmla="*/ 371475 w 371475"/>
                <a:gd name="connsiteY1" fmla="*/ 0 h 238125"/>
                <a:gd name="connsiteX2" fmla="*/ 371475 w 371475"/>
                <a:gd name="connsiteY2" fmla="*/ 238125 h 238125"/>
                <a:gd name="connsiteX3" fmla="*/ 19300 w 371475"/>
                <a:gd name="connsiteY3" fmla="*/ 238125 h 238125"/>
                <a:gd name="connsiteX4" fmla="*/ 0 w 371475"/>
                <a:gd name="connsiteY4" fmla="*/ 218825 h 238125"/>
                <a:gd name="connsiteX5" fmla="*/ 0 w 371475"/>
                <a:gd name="connsiteY5" fmla="*/ 19300 h 238125"/>
                <a:gd name="connsiteX6" fmla="*/ 19300 w 371475"/>
                <a:gd name="connsiteY6" fmla="*/ 0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1475" h="238125">
                  <a:moveTo>
                    <a:pt x="19300" y="0"/>
                  </a:moveTo>
                  <a:lnTo>
                    <a:pt x="371475" y="0"/>
                  </a:lnTo>
                  <a:lnTo>
                    <a:pt x="371475" y="238125"/>
                  </a:lnTo>
                  <a:lnTo>
                    <a:pt x="19300" y="238125"/>
                  </a:lnTo>
                  <a:cubicBezTo>
                    <a:pt x="8641" y="238125"/>
                    <a:pt x="0" y="229484"/>
                    <a:pt x="0" y="218825"/>
                  </a:cubicBezTo>
                  <a:lnTo>
                    <a:pt x="0" y="19300"/>
                  </a:lnTo>
                  <a:cubicBezTo>
                    <a:pt x="0" y="8641"/>
                    <a:pt x="8641" y="0"/>
                    <a:pt x="19300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EF4566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22"/>
            <p:cNvSpPr/>
            <p:nvPr/>
          </p:nvSpPr>
          <p:spPr>
            <a:xfrm>
              <a:off x="1895476" y="3205162"/>
              <a:ext cx="1177296" cy="238125"/>
            </a:xfrm>
            <a:custGeom>
              <a:avLst/>
              <a:gdLst>
                <a:gd name="connsiteX0" fmla="*/ 0 w 804863"/>
                <a:gd name="connsiteY0" fmla="*/ 0 h 238125"/>
                <a:gd name="connsiteX1" fmla="*/ 785563 w 804863"/>
                <a:gd name="connsiteY1" fmla="*/ 0 h 238125"/>
                <a:gd name="connsiteX2" fmla="*/ 804863 w 804863"/>
                <a:gd name="connsiteY2" fmla="*/ 19300 h 238125"/>
                <a:gd name="connsiteX3" fmla="*/ 804863 w 804863"/>
                <a:gd name="connsiteY3" fmla="*/ 218825 h 238125"/>
                <a:gd name="connsiteX4" fmla="*/ 785563 w 804863"/>
                <a:gd name="connsiteY4" fmla="*/ 238125 h 238125"/>
                <a:gd name="connsiteX5" fmla="*/ 0 w 804863"/>
                <a:gd name="connsiteY5" fmla="*/ 238125 h 238125"/>
                <a:gd name="connsiteX6" fmla="*/ 0 w 804863"/>
                <a:gd name="connsiteY6" fmla="*/ 0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4863" h="238125">
                  <a:moveTo>
                    <a:pt x="0" y="0"/>
                  </a:moveTo>
                  <a:lnTo>
                    <a:pt x="785563" y="0"/>
                  </a:lnTo>
                  <a:cubicBezTo>
                    <a:pt x="796222" y="0"/>
                    <a:pt x="804863" y="8641"/>
                    <a:pt x="804863" y="19300"/>
                  </a:cubicBezTo>
                  <a:lnTo>
                    <a:pt x="804863" y="218825"/>
                  </a:lnTo>
                  <a:cubicBezTo>
                    <a:pt x="804863" y="229484"/>
                    <a:pt x="796222" y="238125"/>
                    <a:pt x="785563" y="238125"/>
                  </a:cubicBezTo>
                  <a:lnTo>
                    <a:pt x="0" y="23812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EF4566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27505" y="3236911"/>
              <a:ext cx="174625" cy="174625"/>
            </a:xfrm>
            <a:prstGeom prst="rect">
              <a:avLst/>
            </a:prstGeom>
          </p:spPr>
        </p:pic>
      </p:grpSp>
      <p:sp>
        <p:nvSpPr>
          <p:cNvPr id="27" name="Rectangle 26"/>
          <p:cNvSpPr/>
          <p:nvPr/>
        </p:nvSpPr>
        <p:spPr>
          <a:xfrm>
            <a:off x="356229" y="2499428"/>
            <a:ext cx="352997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defRPr/>
            </a:pPr>
            <a:r>
              <a:rPr lang="en-US" sz="12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Take advantages of mobile developer skills &amp; experience has been accumulated more 2 years, I will contribute to development of Company</a:t>
            </a:r>
            <a:r>
              <a:rPr lang="en-US" sz="12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4" name="Group 33"/>
          <p:cNvGrpSpPr/>
          <p:nvPr/>
        </p:nvGrpSpPr>
        <p:grpSpPr>
          <a:xfrm>
            <a:off x="393700" y="3168264"/>
            <a:ext cx="1629813" cy="323165"/>
            <a:chOff x="432429" y="3753318"/>
            <a:chExt cx="1629813" cy="323165"/>
          </a:xfrm>
        </p:grpSpPr>
        <p:grpSp>
          <p:nvGrpSpPr>
            <p:cNvPr id="28" name="Group 27"/>
            <p:cNvGrpSpPr/>
            <p:nvPr/>
          </p:nvGrpSpPr>
          <p:grpSpPr>
            <a:xfrm>
              <a:off x="432429" y="3753318"/>
              <a:ext cx="1629813" cy="323165"/>
              <a:chOff x="1524001" y="3166646"/>
              <a:chExt cx="1629813" cy="323165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834191" y="3166646"/>
                <a:ext cx="1303690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EDUCATION</a:t>
                </a:r>
              </a:p>
            </p:txBody>
          </p:sp>
          <p:sp>
            <p:nvSpPr>
              <p:cNvPr id="30" name="Freeform 29"/>
              <p:cNvSpPr/>
              <p:nvPr/>
            </p:nvSpPr>
            <p:spPr>
              <a:xfrm>
                <a:off x="1524001" y="3205162"/>
                <a:ext cx="371475" cy="238125"/>
              </a:xfrm>
              <a:custGeom>
                <a:avLst/>
                <a:gdLst>
                  <a:gd name="connsiteX0" fmla="*/ 19300 w 371475"/>
                  <a:gd name="connsiteY0" fmla="*/ 0 h 238125"/>
                  <a:gd name="connsiteX1" fmla="*/ 371475 w 371475"/>
                  <a:gd name="connsiteY1" fmla="*/ 0 h 238125"/>
                  <a:gd name="connsiteX2" fmla="*/ 371475 w 371475"/>
                  <a:gd name="connsiteY2" fmla="*/ 238125 h 238125"/>
                  <a:gd name="connsiteX3" fmla="*/ 19300 w 371475"/>
                  <a:gd name="connsiteY3" fmla="*/ 238125 h 238125"/>
                  <a:gd name="connsiteX4" fmla="*/ 0 w 371475"/>
                  <a:gd name="connsiteY4" fmla="*/ 218825 h 238125"/>
                  <a:gd name="connsiteX5" fmla="*/ 0 w 371475"/>
                  <a:gd name="connsiteY5" fmla="*/ 19300 h 238125"/>
                  <a:gd name="connsiteX6" fmla="*/ 19300 w 371475"/>
                  <a:gd name="connsiteY6" fmla="*/ 0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1475" h="238125">
                    <a:moveTo>
                      <a:pt x="19300" y="0"/>
                    </a:moveTo>
                    <a:lnTo>
                      <a:pt x="371475" y="0"/>
                    </a:lnTo>
                    <a:lnTo>
                      <a:pt x="371475" y="238125"/>
                    </a:lnTo>
                    <a:lnTo>
                      <a:pt x="19300" y="238125"/>
                    </a:lnTo>
                    <a:cubicBezTo>
                      <a:pt x="8641" y="238125"/>
                      <a:pt x="0" y="229484"/>
                      <a:pt x="0" y="218825"/>
                    </a:cubicBezTo>
                    <a:lnTo>
                      <a:pt x="0" y="19300"/>
                    </a:lnTo>
                    <a:cubicBezTo>
                      <a:pt x="0" y="8641"/>
                      <a:pt x="8641" y="0"/>
                      <a:pt x="19300" y="0"/>
                    </a:cubicBezTo>
                    <a:close/>
                  </a:path>
                </a:pathLst>
              </a:cu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EF4566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Freeform 30"/>
              <p:cNvSpPr/>
              <p:nvPr/>
            </p:nvSpPr>
            <p:spPr>
              <a:xfrm>
                <a:off x="1895475" y="3205162"/>
                <a:ext cx="1258339" cy="238125"/>
              </a:xfrm>
              <a:custGeom>
                <a:avLst/>
                <a:gdLst>
                  <a:gd name="connsiteX0" fmla="*/ 0 w 804863"/>
                  <a:gd name="connsiteY0" fmla="*/ 0 h 238125"/>
                  <a:gd name="connsiteX1" fmla="*/ 785563 w 804863"/>
                  <a:gd name="connsiteY1" fmla="*/ 0 h 238125"/>
                  <a:gd name="connsiteX2" fmla="*/ 804863 w 804863"/>
                  <a:gd name="connsiteY2" fmla="*/ 19300 h 238125"/>
                  <a:gd name="connsiteX3" fmla="*/ 804863 w 804863"/>
                  <a:gd name="connsiteY3" fmla="*/ 218825 h 238125"/>
                  <a:gd name="connsiteX4" fmla="*/ 785563 w 804863"/>
                  <a:gd name="connsiteY4" fmla="*/ 238125 h 238125"/>
                  <a:gd name="connsiteX5" fmla="*/ 0 w 804863"/>
                  <a:gd name="connsiteY5" fmla="*/ 238125 h 238125"/>
                  <a:gd name="connsiteX6" fmla="*/ 0 w 804863"/>
                  <a:gd name="connsiteY6" fmla="*/ 0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04863" h="238125">
                    <a:moveTo>
                      <a:pt x="0" y="0"/>
                    </a:moveTo>
                    <a:lnTo>
                      <a:pt x="785563" y="0"/>
                    </a:lnTo>
                    <a:cubicBezTo>
                      <a:pt x="796222" y="0"/>
                      <a:pt x="804863" y="8641"/>
                      <a:pt x="804863" y="19300"/>
                    </a:cubicBezTo>
                    <a:lnTo>
                      <a:pt x="804863" y="218825"/>
                    </a:lnTo>
                    <a:cubicBezTo>
                      <a:pt x="804863" y="229484"/>
                      <a:pt x="796222" y="238125"/>
                      <a:pt x="785563" y="238125"/>
                    </a:cubicBezTo>
                    <a:lnTo>
                      <a:pt x="0" y="238125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EF4566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33" name="Picture 32"/>
            <p:cNvPicPr>
              <a:picLocks noChangeAspect="1"/>
            </p:cNvPicPr>
            <p:nvPr/>
          </p:nvPicPr>
          <p:blipFill>
            <a:blip r:embed="rId4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7304" y="3776589"/>
              <a:ext cx="276641" cy="276641"/>
            </a:xfrm>
            <a:prstGeom prst="rect">
              <a:avLst/>
            </a:prstGeom>
          </p:spPr>
        </p:pic>
      </p:grpSp>
      <p:sp>
        <p:nvSpPr>
          <p:cNvPr id="37" name="TextBox 36"/>
          <p:cNvSpPr txBox="1"/>
          <p:nvPr/>
        </p:nvSpPr>
        <p:spPr>
          <a:xfrm>
            <a:off x="4191000" y="2438400"/>
            <a:ext cx="1954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1200" b="1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Computer </a:t>
            </a:r>
            <a:r>
              <a:rPr lang="en-US" sz="12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Programming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4102100" y="2133600"/>
            <a:ext cx="0" cy="4564766"/>
          </a:xfrm>
          <a:prstGeom prst="line">
            <a:avLst/>
          </a:prstGeom>
          <a:ln>
            <a:solidFill>
              <a:srgbClr val="83AE9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/>
          <p:cNvGrpSpPr/>
          <p:nvPr/>
        </p:nvGrpSpPr>
        <p:grpSpPr>
          <a:xfrm>
            <a:off x="393627" y="4013001"/>
            <a:ext cx="1764434" cy="323165"/>
            <a:chOff x="432429" y="5177395"/>
            <a:chExt cx="1764434" cy="323165"/>
          </a:xfrm>
        </p:grpSpPr>
        <p:grpSp>
          <p:nvGrpSpPr>
            <p:cNvPr id="43" name="Group 42"/>
            <p:cNvGrpSpPr/>
            <p:nvPr/>
          </p:nvGrpSpPr>
          <p:grpSpPr>
            <a:xfrm>
              <a:off x="432429" y="5177395"/>
              <a:ext cx="1764434" cy="323165"/>
              <a:chOff x="1524001" y="3166646"/>
              <a:chExt cx="1764434" cy="323165"/>
            </a:xfrm>
          </p:grpSpPr>
          <p:sp>
            <p:nvSpPr>
              <p:cNvPr id="45" name="TextBox 44"/>
              <p:cNvSpPr txBox="1"/>
              <p:nvPr/>
            </p:nvSpPr>
            <p:spPr>
              <a:xfrm>
                <a:off x="1834191" y="3166646"/>
                <a:ext cx="1454244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EXPERIENCE</a:t>
                </a:r>
              </a:p>
            </p:txBody>
          </p:sp>
          <p:sp>
            <p:nvSpPr>
              <p:cNvPr id="46" name="Freeform 45"/>
              <p:cNvSpPr/>
              <p:nvPr/>
            </p:nvSpPr>
            <p:spPr>
              <a:xfrm>
                <a:off x="1524001" y="3205162"/>
                <a:ext cx="371475" cy="238125"/>
              </a:xfrm>
              <a:custGeom>
                <a:avLst/>
                <a:gdLst>
                  <a:gd name="connsiteX0" fmla="*/ 19300 w 371475"/>
                  <a:gd name="connsiteY0" fmla="*/ 0 h 238125"/>
                  <a:gd name="connsiteX1" fmla="*/ 371475 w 371475"/>
                  <a:gd name="connsiteY1" fmla="*/ 0 h 238125"/>
                  <a:gd name="connsiteX2" fmla="*/ 371475 w 371475"/>
                  <a:gd name="connsiteY2" fmla="*/ 238125 h 238125"/>
                  <a:gd name="connsiteX3" fmla="*/ 19300 w 371475"/>
                  <a:gd name="connsiteY3" fmla="*/ 238125 h 238125"/>
                  <a:gd name="connsiteX4" fmla="*/ 0 w 371475"/>
                  <a:gd name="connsiteY4" fmla="*/ 218825 h 238125"/>
                  <a:gd name="connsiteX5" fmla="*/ 0 w 371475"/>
                  <a:gd name="connsiteY5" fmla="*/ 19300 h 238125"/>
                  <a:gd name="connsiteX6" fmla="*/ 19300 w 371475"/>
                  <a:gd name="connsiteY6" fmla="*/ 0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1475" h="238125">
                    <a:moveTo>
                      <a:pt x="19300" y="0"/>
                    </a:moveTo>
                    <a:lnTo>
                      <a:pt x="371475" y="0"/>
                    </a:lnTo>
                    <a:lnTo>
                      <a:pt x="371475" y="238125"/>
                    </a:lnTo>
                    <a:lnTo>
                      <a:pt x="19300" y="238125"/>
                    </a:lnTo>
                    <a:cubicBezTo>
                      <a:pt x="8641" y="238125"/>
                      <a:pt x="0" y="229484"/>
                      <a:pt x="0" y="218825"/>
                    </a:cubicBezTo>
                    <a:lnTo>
                      <a:pt x="0" y="19300"/>
                    </a:lnTo>
                    <a:cubicBezTo>
                      <a:pt x="0" y="8641"/>
                      <a:pt x="8641" y="0"/>
                      <a:pt x="19300" y="0"/>
                    </a:cubicBezTo>
                    <a:close/>
                  </a:path>
                </a:pathLst>
              </a:cu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EF4566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7" name="Freeform 46"/>
              <p:cNvSpPr/>
              <p:nvPr/>
            </p:nvSpPr>
            <p:spPr>
              <a:xfrm>
                <a:off x="1895475" y="3205162"/>
                <a:ext cx="1325634" cy="238125"/>
              </a:xfrm>
              <a:custGeom>
                <a:avLst/>
                <a:gdLst>
                  <a:gd name="connsiteX0" fmla="*/ 0 w 804863"/>
                  <a:gd name="connsiteY0" fmla="*/ 0 h 238125"/>
                  <a:gd name="connsiteX1" fmla="*/ 785563 w 804863"/>
                  <a:gd name="connsiteY1" fmla="*/ 0 h 238125"/>
                  <a:gd name="connsiteX2" fmla="*/ 804863 w 804863"/>
                  <a:gd name="connsiteY2" fmla="*/ 19300 h 238125"/>
                  <a:gd name="connsiteX3" fmla="*/ 804863 w 804863"/>
                  <a:gd name="connsiteY3" fmla="*/ 218825 h 238125"/>
                  <a:gd name="connsiteX4" fmla="*/ 785563 w 804863"/>
                  <a:gd name="connsiteY4" fmla="*/ 238125 h 238125"/>
                  <a:gd name="connsiteX5" fmla="*/ 0 w 804863"/>
                  <a:gd name="connsiteY5" fmla="*/ 238125 h 238125"/>
                  <a:gd name="connsiteX6" fmla="*/ 0 w 804863"/>
                  <a:gd name="connsiteY6" fmla="*/ 0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804863" h="238125">
                    <a:moveTo>
                      <a:pt x="0" y="0"/>
                    </a:moveTo>
                    <a:lnTo>
                      <a:pt x="785563" y="0"/>
                    </a:lnTo>
                    <a:cubicBezTo>
                      <a:pt x="796222" y="0"/>
                      <a:pt x="804863" y="8641"/>
                      <a:pt x="804863" y="19300"/>
                    </a:cubicBezTo>
                    <a:lnTo>
                      <a:pt x="804863" y="218825"/>
                    </a:lnTo>
                    <a:cubicBezTo>
                      <a:pt x="804863" y="229484"/>
                      <a:pt x="796222" y="238125"/>
                      <a:pt x="785563" y="238125"/>
                    </a:cubicBezTo>
                    <a:lnTo>
                      <a:pt x="0" y="238125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EF4566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6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850" y="5222553"/>
              <a:ext cx="224839" cy="22483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356229" y="4394001"/>
            <a:ext cx="26564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12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Jun 2020 - </a:t>
            </a:r>
            <a:r>
              <a:rPr lang="en-US" sz="12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		</a:t>
            </a:r>
            <a:r>
              <a:rPr kumimoji="0" lang="en-US" sz="12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K-Group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56229" y="4665457"/>
            <a:ext cx="2907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Mobile Developer (Flutter, IOS, Android)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356229" y="4986236"/>
            <a:ext cx="3529971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defRPr/>
            </a:pP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Project: Thế giới bác sĩ, Catback, Fiona Smart, Kiva Wallet.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just">
              <a:defRPr/>
            </a:pP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Development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with cross platform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Flutter</a:t>
            </a:r>
          </a:p>
          <a:p>
            <a:pPr lvl="0" algn="just"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Release app to Google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play and Apple Store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33984" y="5913572"/>
            <a:ext cx="30155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Feb 2012 - May </a:t>
            </a:r>
            <a:r>
              <a:rPr lang="en-US" sz="12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2020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sz="12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FPT Software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21608" y="6200001"/>
            <a:ext cx="21167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12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Interns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Mobile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Developer</a:t>
            </a:r>
            <a:endParaRPr lang="en-US" sz="1200" b="1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3" name="Group 52"/>
          <p:cNvGrpSpPr/>
          <p:nvPr/>
        </p:nvGrpSpPr>
        <p:grpSpPr>
          <a:xfrm>
            <a:off x="393627" y="6536783"/>
            <a:ext cx="1392539" cy="323165"/>
            <a:chOff x="1524001" y="3166646"/>
            <a:chExt cx="1392539" cy="323165"/>
          </a:xfrm>
        </p:grpSpPr>
        <p:sp>
          <p:nvSpPr>
            <p:cNvPr id="55" name="TextBox 54"/>
            <p:cNvSpPr txBox="1"/>
            <p:nvPr/>
          </p:nvSpPr>
          <p:spPr>
            <a:xfrm>
              <a:off x="1834191" y="3166646"/>
              <a:ext cx="10823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500" dirty="0" smtClean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  <a:endPara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55"/>
            <p:cNvSpPr/>
            <p:nvPr/>
          </p:nvSpPr>
          <p:spPr>
            <a:xfrm>
              <a:off x="1524001" y="3205162"/>
              <a:ext cx="371475" cy="238125"/>
            </a:xfrm>
            <a:custGeom>
              <a:avLst/>
              <a:gdLst>
                <a:gd name="connsiteX0" fmla="*/ 19300 w 371475"/>
                <a:gd name="connsiteY0" fmla="*/ 0 h 238125"/>
                <a:gd name="connsiteX1" fmla="*/ 371475 w 371475"/>
                <a:gd name="connsiteY1" fmla="*/ 0 h 238125"/>
                <a:gd name="connsiteX2" fmla="*/ 371475 w 371475"/>
                <a:gd name="connsiteY2" fmla="*/ 238125 h 238125"/>
                <a:gd name="connsiteX3" fmla="*/ 19300 w 371475"/>
                <a:gd name="connsiteY3" fmla="*/ 238125 h 238125"/>
                <a:gd name="connsiteX4" fmla="*/ 0 w 371475"/>
                <a:gd name="connsiteY4" fmla="*/ 218825 h 238125"/>
                <a:gd name="connsiteX5" fmla="*/ 0 w 371475"/>
                <a:gd name="connsiteY5" fmla="*/ 19300 h 238125"/>
                <a:gd name="connsiteX6" fmla="*/ 19300 w 371475"/>
                <a:gd name="connsiteY6" fmla="*/ 0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1475" h="238125">
                  <a:moveTo>
                    <a:pt x="19300" y="0"/>
                  </a:moveTo>
                  <a:lnTo>
                    <a:pt x="371475" y="0"/>
                  </a:lnTo>
                  <a:lnTo>
                    <a:pt x="371475" y="238125"/>
                  </a:lnTo>
                  <a:lnTo>
                    <a:pt x="19300" y="238125"/>
                  </a:lnTo>
                  <a:cubicBezTo>
                    <a:pt x="8641" y="238125"/>
                    <a:pt x="0" y="229484"/>
                    <a:pt x="0" y="218825"/>
                  </a:cubicBezTo>
                  <a:lnTo>
                    <a:pt x="0" y="19300"/>
                  </a:lnTo>
                  <a:cubicBezTo>
                    <a:pt x="0" y="8641"/>
                    <a:pt x="8641" y="0"/>
                    <a:pt x="19300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EF4566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56"/>
            <p:cNvSpPr/>
            <p:nvPr/>
          </p:nvSpPr>
          <p:spPr>
            <a:xfrm>
              <a:off x="1895476" y="3205162"/>
              <a:ext cx="1021064" cy="238125"/>
            </a:xfrm>
            <a:custGeom>
              <a:avLst/>
              <a:gdLst>
                <a:gd name="connsiteX0" fmla="*/ 0 w 804863"/>
                <a:gd name="connsiteY0" fmla="*/ 0 h 238125"/>
                <a:gd name="connsiteX1" fmla="*/ 785563 w 804863"/>
                <a:gd name="connsiteY1" fmla="*/ 0 h 238125"/>
                <a:gd name="connsiteX2" fmla="*/ 804863 w 804863"/>
                <a:gd name="connsiteY2" fmla="*/ 19300 h 238125"/>
                <a:gd name="connsiteX3" fmla="*/ 804863 w 804863"/>
                <a:gd name="connsiteY3" fmla="*/ 218825 h 238125"/>
                <a:gd name="connsiteX4" fmla="*/ 785563 w 804863"/>
                <a:gd name="connsiteY4" fmla="*/ 238125 h 238125"/>
                <a:gd name="connsiteX5" fmla="*/ 0 w 804863"/>
                <a:gd name="connsiteY5" fmla="*/ 238125 h 238125"/>
                <a:gd name="connsiteX6" fmla="*/ 0 w 804863"/>
                <a:gd name="connsiteY6" fmla="*/ 0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4863" h="238125">
                  <a:moveTo>
                    <a:pt x="0" y="0"/>
                  </a:moveTo>
                  <a:lnTo>
                    <a:pt x="785563" y="0"/>
                  </a:lnTo>
                  <a:cubicBezTo>
                    <a:pt x="796222" y="0"/>
                    <a:pt x="804863" y="8641"/>
                    <a:pt x="804863" y="19300"/>
                  </a:cubicBezTo>
                  <a:lnTo>
                    <a:pt x="804863" y="218825"/>
                  </a:lnTo>
                  <a:cubicBezTo>
                    <a:pt x="804863" y="229484"/>
                    <a:pt x="796222" y="238125"/>
                    <a:pt x="785563" y="238125"/>
                  </a:cubicBezTo>
                  <a:lnTo>
                    <a:pt x="0" y="238125"/>
                  </a:lnTo>
                  <a:lnTo>
                    <a:pt x="0" y="0"/>
                  </a:lnTo>
                  <a:close/>
                </a:path>
              </a:pathLst>
            </a:cu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EF4566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8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46" y="6590170"/>
            <a:ext cx="198899" cy="1988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59250" y="2156871"/>
            <a:ext cx="843501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2100" y="2201390"/>
            <a:ext cx="114300" cy="23412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4159250" y="4495800"/>
            <a:ext cx="12105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HOBBIES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4102100" y="4540319"/>
            <a:ext cx="114300" cy="23412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4159250" y="5302277"/>
            <a:ext cx="1138453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CONTACT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02100" y="5346796"/>
            <a:ext cx="114300" cy="23412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381000" y="3708201"/>
            <a:ext cx="243018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Major: Software engineering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432429" y="5867400"/>
            <a:ext cx="34315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381000" y="3479601"/>
            <a:ext cx="30893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Industrial university of Ho Chi Minh city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343400" y="2695437"/>
            <a:ext cx="208687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noProof="0" dirty="0" smtClean="0">
                <a:latin typeface="Arial" panose="020B0604020202020204" pitchFamily="34" charset="0"/>
                <a:cs typeface="Arial" panose="020B0604020202020204" pitchFamily="34" charset="0"/>
              </a:rPr>
              <a:t>Flutter, Android, IOS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kumimoji="0" lang="en-US" sz="1200" b="0" i="0" u="none" strike="noStrike" kern="1200" cap="none" spc="0" normalizeH="0" baseline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Dart, Java,</a:t>
            </a:r>
            <a:r>
              <a:rPr lang="en-US" sz="12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Kotlin, </a:t>
            </a:r>
            <a:r>
              <a:rPr lang="en-US" sz="12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Swift</a:t>
            </a:r>
            <a:endParaRPr kumimoji="0" lang="en-US" sz="1200" b="0" i="0" u="none" strike="noStrike" kern="1200" cap="none" spc="0" normalizeH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Nodejs, JavaScript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kumimoji="0" lang="en-US" sz="1200" b="0" i="0" u="none" strike="noStrike" kern="1200" cap="none" spc="0" normalizeH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MongoDB, SQL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16991" y="3505200"/>
            <a:ext cx="9124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1200" b="1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 skills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4343400" y="3713202"/>
            <a:ext cx="208687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work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Work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independently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Creativity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Oral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communication skills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83351" y="4840612"/>
            <a:ext cx="102684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Survival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Soccer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191000" y="5625442"/>
            <a:ext cx="222703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Date of birth: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16/02/1998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just"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Gender: Male</a:t>
            </a:r>
          </a:p>
          <a:p>
            <a:pPr lvl="0" algn="just"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Phone: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+84 345 016 610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just"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Email: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anhtu.it.se@gmail.com</a:t>
            </a:r>
          </a:p>
          <a:p>
            <a:pPr algn="just"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Github: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AnhTu6610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just">
              <a:defRPr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Address: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TP.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Ho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Chi </a:t>
            </a:r>
            <a:r>
              <a:rPr lang="en-US" sz="1200" dirty="0" smtClean="0">
                <a:latin typeface="Arial" panose="020B0604020202020204" pitchFamily="34" charset="0"/>
                <a:cs typeface="Arial" panose="020B0604020202020204" pitchFamily="34" charset="0"/>
              </a:rPr>
              <a:t>Minh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857337"/>
              </p:ext>
            </p:extLst>
          </p:nvPr>
        </p:nvGraphicFramePr>
        <p:xfrm>
          <a:off x="393627" y="7063740"/>
          <a:ext cx="6024408" cy="19803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9546">
                  <a:extLst>
                    <a:ext uri="{9D8B030D-6E8A-4147-A177-3AD203B41FA5}">
                      <a16:colId xmlns:a16="http://schemas.microsoft.com/office/drawing/2014/main" val="1210138874"/>
                    </a:ext>
                  </a:extLst>
                </a:gridCol>
                <a:gridCol w="4414862">
                  <a:extLst>
                    <a:ext uri="{9D8B030D-6E8A-4147-A177-3AD203B41FA5}">
                      <a16:colId xmlns:a16="http://schemas.microsoft.com/office/drawing/2014/main" val="283221543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 of project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Thế</a:t>
                      </a:r>
                      <a:r>
                        <a:rPr lang="en-US" baseline="0" dirty="0" smtClean="0"/>
                        <a:t> giới bác sĩ</a:t>
                      </a:r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642407"/>
                  </a:ext>
                </a:extLst>
              </a:tr>
              <a:tr h="639268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Application to connect patients with doctors and pharmacies for online medical examination and treatment.</a:t>
                      </a:r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050720"/>
                  </a:ext>
                </a:extLst>
              </a:tr>
              <a:tr h="235408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position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Developer</a:t>
                      </a:r>
                      <a:endParaRPr lang="en-US" dirty="0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00568"/>
                  </a:ext>
                </a:extLst>
              </a:tr>
              <a:tr h="243028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responsibilities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vi-VN" sz="1300" dirty="0" smtClean="0">
                          <a:latin typeface="+mn-lt"/>
                        </a:rPr>
                        <a:t>Development, review code, optimize code, bug fixing</a:t>
                      </a:r>
                      <a:endParaRPr lang="en-US" sz="1300" dirty="0">
                        <a:latin typeface="+mn-lt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749917"/>
                  </a:ext>
                </a:extLst>
              </a:tr>
              <a:tr h="334468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Technologies used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API, Push Notification, Google Map, Firebase, Location, </a:t>
                      </a:r>
                      <a:r>
                        <a:rPr lang="en-US" sz="1200" b="0" i="0" u="none" kern="1200" dirty="0" smtClean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HealthKit, Twilio (chat, video</a:t>
                      </a:r>
                      <a:r>
                        <a:rPr lang="en-US" sz="1200" b="0" i="0" u="none" kern="1200" baseline="0" dirty="0" smtClean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call</a:t>
                      </a:r>
                      <a:r>
                        <a:rPr lang="en-US" sz="1200" b="0" i="0" u="none" kern="1200" dirty="0" smtClean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), </a:t>
                      </a: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Facebook SDK,Google SDK</a:t>
                      </a:r>
                      <a:endParaRPr lang="en-US" sz="1200" b="0" i="0" u="none" kern="1200" dirty="0" smtClean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346670056"/>
                  </a:ext>
                </a:extLst>
              </a:tr>
            </a:tbl>
          </a:graphicData>
        </a:graphic>
      </p:graphicFrame>
      <p:pic>
        <p:nvPicPr>
          <p:cNvPr id="32" name="Picture 31"/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344734"/>
            <a:ext cx="1417236" cy="1614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657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015878"/>
              </p:ext>
            </p:extLst>
          </p:nvPr>
        </p:nvGraphicFramePr>
        <p:xfrm>
          <a:off x="393627" y="278817"/>
          <a:ext cx="6072476" cy="18821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7388">
                  <a:extLst>
                    <a:ext uri="{9D8B030D-6E8A-4147-A177-3AD203B41FA5}">
                      <a16:colId xmlns:a16="http://schemas.microsoft.com/office/drawing/2014/main" val="1210138874"/>
                    </a:ext>
                  </a:extLst>
                </a:gridCol>
                <a:gridCol w="4065088">
                  <a:extLst>
                    <a:ext uri="{9D8B030D-6E8A-4147-A177-3AD203B41FA5}">
                      <a16:colId xmlns:a16="http://schemas.microsoft.com/office/drawing/2014/main" val="283221543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 of project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Catback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642407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Cashback shopping app, link-up with third-party vendors.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050720"/>
                  </a:ext>
                </a:extLst>
              </a:tr>
              <a:tr h="23540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position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Developer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00568"/>
                  </a:ext>
                </a:extLst>
              </a:tr>
              <a:tr h="24302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responsibilities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300" smtClean="0">
                          <a:latin typeface="+mn-lt"/>
                        </a:rPr>
                        <a:t>Development, review code, optimize code, bug fixing</a:t>
                      </a:r>
                      <a:endParaRPr lang="en-US" sz="13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749917"/>
                  </a:ext>
                </a:extLst>
              </a:tr>
              <a:tr h="33446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Technologies used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API, Push Notification, Firebase, Dynamic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Link, </a:t>
                      </a: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Facebook SDK,Google SDK</a:t>
                      </a:r>
                      <a:endParaRPr lang="en-US" sz="1200" b="0" i="0" u="none" kern="1200" dirty="0" smtClean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670056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82909"/>
              </p:ext>
            </p:extLst>
          </p:nvPr>
        </p:nvGraphicFramePr>
        <p:xfrm>
          <a:off x="393529" y="2372945"/>
          <a:ext cx="6072476" cy="15308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7388">
                  <a:extLst>
                    <a:ext uri="{9D8B030D-6E8A-4147-A177-3AD203B41FA5}">
                      <a16:colId xmlns:a16="http://schemas.microsoft.com/office/drawing/2014/main" val="1210138874"/>
                    </a:ext>
                  </a:extLst>
                </a:gridCol>
                <a:gridCol w="4065088">
                  <a:extLst>
                    <a:ext uri="{9D8B030D-6E8A-4147-A177-3AD203B41FA5}">
                      <a16:colId xmlns:a16="http://schemas.microsoft.com/office/drawing/2014/main" val="283221543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 of project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Fiona</a:t>
                      </a:r>
                      <a:r>
                        <a:rPr lang="en-US" baseline="0" dirty="0" smtClean="0"/>
                        <a:t> Smart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642407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IOT application to control smart devices in the home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050720"/>
                  </a:ext>
                </a:extLst>
              </a:tr>
              <a:tr h="23540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position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Developer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00568"/>
                  </a:ext>
                </a:extLst>
              </a:tr>
              <a:tr h="24302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responsibilities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300" smtClean="0">
                          <a:latin typeface="+mn-lt"/>
                        </a:rPr>
                        <a:t>Development, review code, optimize code, bug fixing</a:t>
                      </a:r>
                      <a:endParaRPr lang="en-US" sz="13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749917"/>
                  </a:ext>
                </a:extLst>
              </a:tr>
              <a:tr h="33446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Technologies used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API, Push Notification, MQTT</a:t>
                      </a:r>
                      <a:endParaRPr lang="en-US" sz="1200" b="0" i="0" u="none" kern="1200" dirty="0" smtClean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670056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52995"/>
              </p:ext>
            </p:extLst>
          </p:nvPr>
        </p:nvGraphicFramePr>
        <p:xfrm>
          <a:off x="393529" y="4394300"/>
          <a:ext cx="6072476" cy="15308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7388">
                  <a:extLst>
                    <a:ext uri="{9D8B030D-6E8A-4147-A177-3AD203B41FA5}">
                      <a16:colId xmlns:a16="http://schemas.microsoft.com/office/drawing/2014/main" val="1210138874"/>
                    </a:ext>
                  </a:extLst>
                </a:gridCol>
                <a:gridCol w="4065088">
                  <a:extLst>
                    <a:ext uri="{9D8B030D-6E8A-4147-A177-3AD203B41FA5}">
                      <a16:colId xmlns:a16="http://schemas.microsoft.com/office/drawing/2014/main" val="283221543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 of project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Xe Toàn</a:t>
                      </a:r>
                      <a:r>
                        <a:rPr lang="en-US" baseline="0" dirty="0" smtClean="0"/>
                        <a:t> Thắng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642407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Application to book tickets online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050720"/>
                  </a:ext>
                </a:extLst>
              </a:tr>
              <a:tr h="23540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position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Developer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00568"/>
                  </a:ext>
                </a:extLst>
              </a:tr>
              <a:tr h="24302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responsibilities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300" smtClean="0">
                          <a:latin typeface="+mn-lt"/>
                        </a:rPr>
                        <a:t>Development, review code, optimize code, bug fixing</a:t>
                      </a:r>
                      <a:endParaRPr lang="en-US" sz="13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749917"/>
                  </a:ext>
                </a:extLst>
              </a:tr>
              <a:tr h="33446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Technologies used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API, Push Notification,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350" b="0" i="0" u="none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VietMap SKD (Mapbox)</a:t>
                      </a:r>
                      <a:endParaRPr lang="en-US" sz="1350" b="0" i="0" u="non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hlinkClick r:id="rId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67005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04800" y="3987444"/>
            <a:ext cx="2419252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sz="15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FREELANCE PROJECTS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8569505"/>
              </p:ext>
            </p:extLst>
          </p:nvPr>
        </p:nvGraphicFramePr>
        <p:xfrm>
          <a:off x="393529" y="6137096"/>
          <a:ext cx="6072476" cy="15308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7388">
                  <a:extLst>
                    <a:ext uri="{9D8B030D-6E8A-4147-A177-3AD203B41FA5}">
                      <a16:colId xmlns:a16="http://schemas.microsoft.com/office/drawing/2014/main" val="1210138874"/>
                    </a:ext>
                  </a:extLst>
                </a:gridCol>
                <a:gridCol w="4065088">
                  <a:extLst>
                    <a:ext uri="{9D8B030D-6E8A-4147-A177-3AD203B41FA5}">
                      <a16:colId xmlns:a16="http://schemas.microsoft.com/office/drawing/2014/main" val="283221543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 of project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eGas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642407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Application to sell Gas and kitchen appliances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050720"/>
                  </a:ext>
                </a:extLst>
              </a:tr>
              <a:tr h="23540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position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Developer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00568"/>
                  </a:ext>
                </a:extLst>
              </a:tr>
              <a:tr h="243028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responsibilities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300" smtClean="0">
                          <a:latin typeface="+mn-lt"/>
                        </a:rPr>
                        <a:t>Development, review code, optimize code, bug fixing</a:t>
                      </a:r>
                      <a:endParaRPr lang="en-US" sz="13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749917"/>
                  </a:ext>
                </a:extLst>
              </a:tr>
              <a:tr h="33446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Technologies used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API, Push Notification,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Momo SKD, VNPay SDK</a:t>
                      </a:r>
                      <a:endParaRPr lang="en-US" sz="1200" b="0" i="0" u="none" kern="1200" dirty="0" smtClean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670056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691020"/>
              </p:ext>
            </p:extLst>
          </p:nvPr>
        </p:nvGraphicFramePr>
        <p:xfrm>
          <a:off x="387179" y="7879892"/>
          <a:ext cx="6072476" cy="17213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7388">
                  <a:extLst>
                    <a:ext uri="{9D8B030D-6E8A-4147-A177-3AD203B41FA5}">
                      <a16:colId xmlns:a16="http://schemas.microsoft.com/office/drawing/2014/main" val="1210138874"/>
                    </a:ext>
                  </a:extLst>
                </a:gridCol>
                <a:gridCol w="4065088">
                  <a:extLst>
                    <a:ext uri="{9D8B030D-6E8A-4147-A177-3AD203B41FA5}">
                      <a16:colId xmlns:a16="http://schemas.microsoft.com/office/drawing/2014/main" val="283221543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 of project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BSF</a:t>
                      </a:r>
                      <a:r>
                        <a:rPr lang="en-US" baseline="0" dirty="0" smtClean="0"/>
                        <a:t> Smart Farm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642407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Description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Application to sell agricultural products, tools used in agricultural products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050720"/>
                  </a:ext>
                </a:extLst>
              </a:tr>
              <a:tr h="23540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position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mtClean="0"/>
                        <a:t>Developer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00568"/>
                  </a:ext>
                </a:extLst>
              </a:tr>
              <a:tr h="243028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 responsibilities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vi-VN" sz="1300" smtClean="0">
                          <a:latin typeface="+mn-lt"/>
                        </a:rPr>
                        <a:t>Development, review code, optimize code, bug fixing</a:t>
                      </a:r>
                      <a:endParaRPr lang="en-US" sz="13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7749917"/>
                  </a:ext>
                </a:extLst>
              </a:tr>
              <a:tr h="334468">
                <a:tc>
                  <a:txBody>
                    <a:bodyPr/>
                    <a:lstStyle/>
                    <a:p>
                      <a:r>
                        <a:rPr lang="en-US" sz="120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Technologies used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API, Push Notification,</a:t>
                      </a:r>
                      <a:r>
                        <a:rPr lang="en-US" sz="1200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Momo SKD, VNPay SDK</a:t>
                      </a:r>
                      <a:endParaRPr lang="en-US" sz="1200" b="0" i="0" u="none" kern="1200" dirty="0" smtClean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6670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2122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AAF631-E301-462A-AEC7-E4AAF4F25945}">
  <we:reference id="wa104380121" version="2.0.0.0" store="en-US" storeType="OMEX"/>
  <we:alternateReferences>
    <we:reference id="wa104380121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733</TotalTime>
  <Words>432</Words>
  <Application>Microsoft Office PowerPoint</Application>
  <PresentationFormat>A4 Paper (210x297 mm)</PresentationFormat>
  <Paragraphs>98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 Light</vt:lpstr>
      <vt:lpstr>Calibri</vt:lpstr>
      <vt:lpstr>1_Office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Phung Quang Huy</dc:creator>
  <cp:lastModifiedBy>Anh Tu Dev</cp:lastModifiedBy>
  <cp:revision>131</cp:revision>
  <dcterms:created xsi:type="dcterms:W3CDTF">2016-08-04T15:03:23Z</dcterms:created>
  <dcterms:modified xsi:type="dcterms:W3CDTF">2021-03-27T07:40:41Z</dcterms:modified>
</cp:coreProperties>
</file>